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elegraf Heavy" charset="1" panose="00000A00000000000000"/>
      <p:regular r:id="rId19"/>
    </p:embeddedFont>
    <p:embeddedFont>
      <p:font typeface="Poppins" charset="1" panose="00000500000000000000"/>
      <p:regular r:id="rId20"/>
    </p:embeddedFont>
    <p:embeddedFont>
      <p:font typeface="Telegraf Bold" charset="1" panose="00000800000000000000"/>
      <p:regular r:id="rId21"/>
    </p:embeddedFont>
    <p:embeddedFont>
      <p:font typeface="Garet" charset="1" panose="00000000000000000000"/>
      <p:regular r:id="rId22"/>
    </p:embeddedFont>
    <p:embeddedFont>
      <p:font typeface="Poppins Bold" charset="1" panose="00000800000000000000"/>
      <p:regular r:id="rId23"/>
    </p:embeddedFont>
    <p:embeddedFont>
      <p:font typeface="Garet Italics" charset="1" panose="00000000000000000000"/>
      <p:regular r:id="rId24"/>
    </p:embeddedFont>
    <p:embeddedFont>
      <p:font typeface="Garet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638820"/>
            <a:ext cx="16230600" cy="1619480"/>
            <a:chOff x="0" y="0"/>
            <a:chExt cx="4274726" cy="426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426530"/>
            </a:xfrm>
            <a:custGeom>
              <a:avLst/>
              <a:gdLst/>
              <a:ahLst/>
              <a:cxnLst/>
              <a:rect r="r" b="b" t="t" l="l"/>
              <a:pathLst>
                <a:path h="426530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402203"/>
                  </a:lnTo>
                  <a:cubicBezTo>
                    <a:pt x="4274726" y="415638"/>
                    <a:pt x="4263834" y="426530"/>
                    <a:pt x="4250399" y="426530"/>
                  </a:cubicBezTo>
                  <a:lnTo>
                    <a:pt x="24327" y="426530"/>
                  </a:lnTo>
                  <a:cubicBezTo>
                    <a:pt x="10891" y="426530"/>
                    <a:pt x="0" y="415638"/>
                    <a:pt x="0" y="40220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1B18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52989" y="838666"/>
            <a:ext cx="2182023" cy="2182023"/>
          </a:xfrm>
          <a:custGeom>
            <a:avLst/>
            <a:gdLst/>
            <a:ahLst/>
            <a:cxnLst/>
            <a:rect r="r" b="b" t="t" l="l"/>
            <a:pathLst>
              <a:path h="2182023" w="2182023">
                <a:moveTo>
                  <a:pt x="0" y="0"/>
                </a:moveTo>
                <a:lnTo>
                  <a:pt x="2182022" y="0"/>
                </a:lnTo>
                <a:lnTo>
                  <a:pt x="2182022" y="2182023"/>
                </a:lnTo>
                <a:lnTo>
                  <a:pt x="0" y="21820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873" t="-227429" r="-417588" b="-26303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93967" y="2544439"/>
            <a:ext cx="15700066" cy="294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1"/>
              </a:lnSpc>
            </a:pPr>
            <a:r>
              <a:rPr lang="en-US" b="true" sz="16243">
                <a:solidFill>
                  <a:srgbClr val="000000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EDU</a:t>
            </a:r>
            <a:r>
              <a:rPr lang="en-US" b="true" sz="16243">
                <a:solidFill>
                  <a:srgbClr val="1B18F9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ZONA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379867"/>
            <a:ext cx="162306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spc="10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967" y="8062163"/>
            <a:ext cx="15700066" cy="66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F5F5F5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Sun’iy intellekt yordamida ta’limni avtomatlashtiruvchi platforma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638168"/>
            <a:ext cx="5066791" cy="6378318"/>
            <a:chOff x="0" y="0"/>
            <a:chExt cx="1334464" cy="16798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4464" cy="1679886"/>
            </a:xfrm>
            <a:custGeom>
              <a:avLst/>
              <a:gdLst/>
              <a:ahLst/>
              <a:cxnLst/>
              <a:rect r="r" b="b" t="t" l="l"/>
              <a:pathLst>
                <a:path h="1679886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601960"/>
                  </a:lnTo>
                  <a:cubicBezTo>
                    <a:pt x="1334464" y="1622627"/>
                    <a:pt x="1326254" y="1642448"/>
                    <a:pt x="1311639" y="1657062"/>
                  </a:cubicBezTo>
                  <a:cubicBezTo>
                    <a:pt x="1297025" y="1671676"/>
                    <a:pt x="1277204" y="1679886"/>
                    <a:pt x="1256537" y="1679886"/>
                  </a:cubicBezTo>
                  <a:lnTo>
                    <a:pt x="77927" y="1679886"/>
                  </a:lnTo>
                  <a:cubicBezTo>
                    <a:pt x="57259" y="1679886"/>
                    <a:pt x="37438" y="1671676"/>
                    <a:pt x="22824" y="1657062"/>
                  </a:cubicBezTo>
                  <a:cubicBezTo>
                    <a:pt x="8210" y="1642448"/>
                    <a:pt x="0" y="1622627"/>
                    <a:pt x="0" y="160196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4464" cy="171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10223" y="1638168"/>
            <a:ext cx="5066791" cy="6378318"/>
            <a:chOff x="0" y="0"/>
            <a:chExt cx="1334464" cy="16798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4464" cy="1679886"/>
            </a:xfrm>
            <a:custGeom>
              <a:avLst/>
              <a:gdLst/>
              <a:ahLst/>
              <a:cxnLst/>
              <a:rect r="r" b="b" t="t" l="l"/>
              <a:pathLst>
                <a:path h="1679886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601960"/>
                  </a:lnTo>
                  <a:cubicBezTo>
                    <a:pt x="1334464" y="1622627"/>
                    <a:pt x="1326254" y="1642448"/>
                    <a:pt x="1311639" y="1657062"/>
                  </a:cubicBezTo>
                  <a:cubicBezTo>
                    <a:pt x="1297025" y="1671676"/>
                    <a:pt x="1277204" y="1679886"/>
                    <a:pt x="1256537" y="1679886"/>
                  </a:cubicBezTo>
                  <a:lnTo>
                    <a:pt x="77927" y="1679886"/>
                  </a:lnTo>
                  <a:cubicBezTo>
                    <a:pt x="57259" y="1679886"/>
                    <a:pt x="37438" y="1671676"/>
                    <a:pt x="22824" y="1657062"/>
                  </a:cubicBezTo>
                  <a:cubicBezTo>
                    <a:pt x="8210" y="1642448"/>
                    <a:pt x="0" y="1622627"/>
                    <a:pt x="0" y="160196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34464" cy="171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91364" y="1638168"/>
            <a:ext cx="5066791" cy="6378318"/>
            <a:chOff x="0" y="0"/>
            <a:chExt cx="1334464" cy="16798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4464" cy="1679886"/>
            </a:xfrm>
            <a:custGeom>
              <a:avLst/>
              <a:gdLst/>
              <a:ahLst/>
              <a:cxnLst/>
              <a:rect r="r" b="b" t="t" l="l"/>
              <a:pathLst>
                <a:path h="1679886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601960"/>
                  </a:lnTo>
                  <a:cubicBezTo>
                    <a:pt x="1334464" y="1622627"/>
                    <a:pt x="1326254" y="1642448"/>
                    <a:pt x="1311639" y="1657062"/>
                  </a:cubicBezTo>
                  <a:cubicBezTo>
                    <a:pt x="1297025" y="1671676"/>
                    <a:pt x="1277204" y="1679886"/>
                    <a:pt x="1256537" y="1679886"/>
                  </a:cubicBezTo>
                  <a:lnTo>
                    <a:pt x="77927" y="1679886"/>
                  </a:lnTo>
                  <a:cubicBezTo>
                    <a:pt x="57259" y="1679886"/>
                    <a:pt x="37438" y="1671676"/>
                    <a:pt x="22824" y="1657062"/>
                  </a:cubicBezTo>
                  <a:cubicBezTo>
                    <a:pt x="8210" y="1642448"/>
                    <a:pt x="0" y="1622627"/>
                    <a:pt x="0" y="160196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4464" cy="171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46098" y="696796"/>
            <a:ext cx="1887522" cy="1882744"/>
            <a:chOff x="0" y="0"/>
            <a:chExt cx="406400" cy="4053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00239" y="696796"/>
            <a:ext cx="1887522" cy="1882744"/>
            <a:chOff x="0" y="0"/>
            <a:chExt cx="406400" cy="4053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82039" y="696796"/>
            <a:ext cx="1887522" cy="1882744"/>
            <a:chOff x="0" y="0"/>
            <a:chExt cx="406400" cy="4053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33815" y="2959499"/>
            <a:ext cx="445656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 u="none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Problem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3815" y="3772140"/>
            <a:ext cx="4588622" cy="161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13"/>
              </a:lnSpc>
            </a:pPr>
            <a:r>
              <a:rPr lang="en-US" sz="300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70%</a:t>
            </a:r>
            <a:r>
              <a:rPr lang="en-US" sz="3009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o‘quvchilar darsni tushunmaydi va faqat yodlaydi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15720" y="2959499"/>
            <a:ext cx="445656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 u="none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Problem 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28006" y="3772140"/>
            <a:ext cx="4057789" cy="161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13"/>
              </a:lnSpc>
            </a:pPr>
            <a:r>
              <a:rPr lang="en-US" sz="300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Darslar interaktiv emas va individual tushuntirish yo‘q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96546" y="2959499"/>
            <a:ext cx="445656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 u="none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Problem 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96291" y="3772140"/>
            <a:ext cx="3659018" cy="215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13"/>
              </a:lnSpc>
            </a:pPr>
            <a:r>
              <a:rPr lang="en-US" sz="300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O‘qituvchilar haftasiga 10+ soat tekshirishga sarflaydi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18334" y="1147630"/>
            <a:ext cx="15430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</a:pPr>
            <a:r>
              <a:rPr lang="en-US" b="true" sz="560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72093" y="1147630"/>
            <a:ext cx="15430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</a:pPr>
            <a:r>
              <a:rPr lang="en-US" b="true" sz="560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53301" y="1147630"/>
            <a:ext cx="15430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</a:pPr>
            <a:r>
              <a:rPr lang="en-US" b="true" sz="560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29845" y="8226036"/>
            <a:ext cx="16229455" cy="1619480"/>
            <a:chOff x="0" y="0"/>
            <a:chExt cx="4274424" cy="4265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74424" cy="426530"/>
            </a:xfrm>
            <a:custGeom>
              <a:avLst/>
              <a:gdLst/>
              <a:ahLst/>
              <a:cxnLst/>
              <a:rect r="r" b="b" t="t" l="l"/>
              <a:pathLst>
                <a:path h="426530" w="4274424">
                  <a:moveTo>
                    <a:pt x="24328" y="0"/>
                  </a:moveTo>
                  <a:lnTo>
                    <a:pt x="4250096" y="0"/>
                  </a:lnTo>
                  <a:cubicBezTo>
                    <a:pt x="4256548" y="0"/>
                    <a:pt x="4262736" y="2563"/>
                    <a:pt x="4267299" y="7126"/>
                  </a:cubicBezTo>
                  <a:cubicBezTo>
                    <a:pt x="4271861" y="11688"/>
                    <a:pt x="4274424" y="17876"/>
                    <a:pt x="4274424" y="24328"/>
                  </a:cubicBezTo>
                  <a:lnTo>
                    <a:pt x="4274424" y="402201"/>
                  </a:lnTo>
                  <a:cubicBezTo>
                    <a:pt x="4274424" y="408653"/>
                    <a:pt x="4271861" y="414841"/>
                    <a:pt x="4267299" y="419404"/>
                  </a:cubicBezTo>
                  <a:cubicBezTo>
                    <a:pt x="4262736" y="423966"/>
                    <a:pt x="4256548" y="426530"/>
                    <a:pt x="4250096" y="426530"/>
                  </a:cubicBezTo>
                  <a:lnTo>
                    <a:pt x="24328" y="426530"/>
                  </a:lnTo>
                  <a:cubicBezTo>
                    <a:pt x="17876" y="426530"/>
                    <a:pt x="11688" y="423966"/>
                    <a:pt x="7126" y="419404"/>
                  </a:cubicBezTo>
                  <a:cubicBezTo>
                    <a:pt x="2563" y="414841"/>
                    <a:pt x="0" y="408653"/>
                    <a:pt x="0" y="402201"/>
                  </a:cubicBezTo>
                  <a:lnTo>
                    <a:pt x="0" y="24328"/>
                  </a:lnTo>
                  <a:cubicBezTo>
                    <a:pt x="0" y="17876"/>
                    <a:pt x="2563" y="11688"/>
                    <a:pt x="7126" y="7126"/>
                  </a:cubicBezTo>
                  <a:cubicBezTo>
                    <a:pt x="11688" y="2563"/>
                    <a:pt x="17876" y="0"/>
                    <a:pt x="24328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274424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42173" y="8595402"/>
            <a:ext cx="16229455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F5F5F5"/>
                </a:solidFill>
                <a:latin typeface="Garet"/>
                <a:ea typeface="Garet"/>
                <a:cs typeface="Garet"/>
                <a:sym typeface="Garet"/>
              </a:rPr>
              <a:t>Natija:</a:t>
            </a:r>
            <a:r>
              <a:rPr lang="en-US" sz="4699">
                <a:solidFill>
                  <a:srgbClr val="F5F5F5"/>
                </a:solidFill>
                <a:latin typeface="Garet"/>
                <a:ea typeface="Garet"/>
                <a:cs typeface="Garet"/>
                <a:sym typeface="Garet"/>
              </a:rPr>
              <a:t> past sifatli ta’lim va vaqt yo‘qotish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0070" y="1028700"/>
            <a:ext cx="7969230" cy="2473517"/>
            <a:chOff x="0" y="0"/>
            <a:chExt cx="2187552" cy="678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7552" cy="678980"/>
            </a:xfrm>
            <a:custGeom>
              <a:avLst/>
              <a:gdLst/>
              <a:ahLst/>
              <a:cxnLst/>
              <a:rect r="r" b="b" t="t" l="l"/>
              <a:pathLst>
                <a:path h="678980" w="2187552">
                  <a:moveTo>
                    <a:pt x="49545" y="0"/>
                  </a:moveTo>
                  <a:lnTo>
                    <a:pt x="2138007" y="0"/>
                  </a:lnTo>
                  <a:cubicBezTo>
                    <a:pt x="2151147" y="0"/>
                    <a:pt x="2163749" y="5220"/>
                    <a:pt x="2173040" y="14511"/>
                  </a:cubicBezTo>
                  <a:cubicBezTo>
                    <a:pt x="2182332" y="23803"/>
                    <a:pt x="2187552" y="36405"/>
                    <a:pt x="2187552" y="49545"/>
                  </a:cubicBezTo>
                  <a:lnTo>
                    <a:pt x="2187552" y="629435"/>
                  </a:lnTo>
                  <a:cubicBezTo>
                    <a:pt x="2187552" y="642575"/>
                    <a:pt x="2182332" y="655177"/>
                    <a:pt x="2173040" y="664468"/>
                  </a:cubicBezTo>
                  <a:cubicBezTo>
                    <a:pt x="2163749" y="673760"/>
                    <a:pt x="2151147" y="678980"/>
                    <a:pt x="2138007" y="678980"/>
                  </a:cubicBezTo>
                  <a:lnTo>
                    <a:pt x="49545" y="678980"/>
                  </a:lnTo>
                  <a:cubicBezTo>
                    <a:pt x="36405" y="678980"/>
                    <a:pt x="23803" y="673760"/>
                    <a:pt x="14511" y="664468"/>
                  </a:cubicBezTo>
                  <a:cubicBezTo>
                    <a:pt x="5220" y="655177"/>
                    <a:pt x="0" y="642575"/>
                    <a:pt x="0" y="629435"/>
                  </a:cubicBezTo>
                  <a:lnTo>
                    <a:pt x="0" y="49545"/>
                  </a:lnTo>
                  <a:cubicBezTo>
                    <a:pt x="0" y="36405"/>
                    <a:pt x="5220" y="23803"/>
                    <a:pt x="14511" y="14511"/>
                  </a:cubicBezTo>
                  <a:cubicBezTo>
                    <a:pt x="23803" y="5220"/>
                    <a:pt x="36405" y="0"/>
                    <a:pt x="49545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87552" cy="71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0070" y="3906741"/>
            <a:ext cx="7969230" cy="2473517"/>
            <a:chOff x="0" y="0"/>
            <a:chExt cx="2187552" cy="6789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7552" cy="678980"/>
            </a:xfrm>
            <a:custGeom>
              <a:avLst/>
              <a:gdLst/>
              <a:ahLst/>
              <a:cxnLst/>
              <a:rect r="r" b="b" t="t" l="l"/>
              <a:pathLst>
                <a:path h="678980" w="2187552">
                  <a:moveTo>
                    <a:pt x="49545" y="0"/>
                  </a:moveTo>
                  <a:lnTo>
                    <a:pt x="2138007" y="0"/>
                  </a:lnTo>
                  <a:cubicBezTo>
                    <a:pt x="2151147" y="0"/>
                    <a:pt x="2163749" y="5220"/>
                    <a:pt x="2173040" y="14511"/>
                  </a:cubicBezTo>
                  <a:cubicBezTo>
                    <a:pt x="2182332" y="23803"/>
                    <a:pt x="2187552" y="36405"/>
                    <a:pt x="2187552" y="49545"/>
                  </a:cubicBezTo>
                  <a:lnTo>
                    <a:pt x="2187552" y="629435"/>
                  </a:lnTo>
                  <a:cubicBezTo>
                    <a:pt x="2187552" y="642575"/>
                    <a:pt x="2182332" y="655177"/>
                    <a:pt x="2173040" y="664468"/>
                  </a:cubicBezTo>
                  <a:cubicBezTo>
                    <a:pt x="2163749" y="673760"/>
                    <a:pt x="2151147" y="678980"/>
                    <a:pt x="2138007" y="678980"/>
                  </a:cubicBezTo>
                  <a:lnTo>
                    <a:pt x="49545" y="678980"/>
                  </a:lnTo>
                  <a:cubicBezTo>
                    <a:pt x="36405" y="678980"/>
                    <a:pt x="23803" y="673760"/>
                    <a:pt x="14511" y="664468"/>
                  </a:cubicBezTo>
                  <a:cubicBezTo>
                    <a:pt x="5220" y="655177"/>
                    <a:pt x="0" y="642575"/>
                    <a:pt x="0" y="629435"/>
                  </a:cubicBezTo>
                  <a:lnTo>
                    <a:pt x="0" y="49545"/>
                  </a:lnTo>
                  <a:cubicBezTo>
                    <a:pt x="0" y="36405"/>
                    <a:pt x="5220" y="23803"/>
                    <a:pt x="14511" y="14511"/>
                  </a:cubicBezTo>
                  <a:cubicBezTo>
                    <a:pt x="23803" y="5220"/>
                    <a:pt x="36405" y="0"/>
                    <a:pt x="49545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87552" cy="71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0070" y="6784783"/>
            <a:ext cx="7969230" cy="2473517"/>
            <a:chOff x="0" y="0"/>
            <a:chExt cx="2187552" cy="6789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7552" cy="678980"/>
            </a:xfrm>
            <a:custGeom>
              <a:avLst/>
              <a:gdLst/>
              <a:ahLst/>
              <a:cxnLst/>
              <a:rect r="r" b="b" t="t" l="l"/>
              <a:pathLst>
                <a:path h="678980" w="2187552">
                  <a:moveTo>
                    <a:pt x="49545" y="0"/>
                  </a:moveTo>
                  <a:lnTo>
                    <a:pt x="2138007" y="0"/>
                  </a:lnTo>
                  <a:cubicBezTo>
                    <a:pt x="2151147" y="0"/>
                    <a:pt x="2163749" y="5220"/>
                    <a:pt x="2173040" y="14511"/>
                  </a:cubicBezTo>
                  <a:cubicBezTo>
                    <a:pt x="2182332" y="23803"/>
                    <a:pt x="2187552" y="36405"/>
                    <a:pt x="2187552" y="49545"/>
                  </a:cubicBezTo>
                  <a:lnTo>
                    <a:pt x="2187552" y="629435"/>
                  </a:lnTo>
                  <a:cubicBezTo>
                    <a:pt x="2187552" y="642575"/>
                    <a:pt x="2182332" y="655177"/>
                    <a:pt x="2173040" y="664468"/>
                  </a:cubicBezTo>
                  <a:cubicBezTo>
                    <a:pt x="2163749" y="673760"/>
                    <a:pt x="2151147" y="678980"/>
                    <a:pt x="2138007" y="678980"/>
                  </a:cubicBezTo>
                  <a:lnTo>
                    <a:pt x="49545" y="678980"/>
                  </a:lnTo>
                  <a:cubicBezTo>
                    <a:pt x="36405" y="678980"/>
                    <a:pt x="23803" y="673760"/>
                    <a:pt x="14511" y="664468"/>
                  </a:cubicBezTo>
                  <a:cubicBezTo>
                    <a:pt x="5220" y="655177"/>
                    <a:pt x="0" y="642575"/>
                    <a:pt x="0" y="629435"/>
                  </a:cubicBezTo>
                  <a:lnTo>
                    <a:pt x="0" y="49545"/>
                  </a:lnTo>
                  <a:cubicBezTo>
                    <a:pt x="0" y="36405"/>
                    <a:pt x="5220" y="23803"/>
                    <a:pt x="14511" y="14511"/>
                  </a:cubicBezTo>
                  <a:cubicBezTo>
                    <a:pt x="23803" y="5220"/>
                    <a:pt x="36405" y="0"/>
                    <a:pt x="49545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87552" cy="71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58615" y="1535855"/>
            <a:ext cx="1462910" cy="1459207"/>
            <a:chOff x="0" y="0"/>
            <a:chExt cx="406400" cy="4053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558615" y="4413897"/>
            <a:ext cx="1462910" cy="1459207"/>
            <a:chOff x="0" y="0"/>
            <a:chExt cx="406400" cy="4053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58615" y="7291938"/>
            <a:ext cx="1462910" cy="1459207"/>
            <a:chOff x="0" y="0"/>
            <a:chExt cx="406400" cy="4053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700189"/>
            <a:ext cx="6729815" cy="8229600"/>
            <a:chOff x="0" y="0"/>
            <a:chExt cx="1869559" cy="2286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69559" cy="2286203"/>
            </a:xfrm>
            <a:custGeom>
              <a:avLst/>
              <a:gdLst/>
              <a:ahLst/>
              <a:cxnLst/>
              <a:rect r="r" b="b" t="t" l="l"/>
              <a:pathLst>
                <a:path h="2286203" w="1869559">
                  <a:moveTo>
                    <a:pt x="58670" y="0"/>
                  </a:moveTo>
                  <a:lnTo>
                    <a:pt x="1810889" y="0"/>
                  </a:lnTo>
                  <a:cubicBezTo>
                    <a:pt x="1843292" y="0"/>
                    <a:pt x="1869559" y="26267"/>
                    <a:pt x="1869559" y="58670"/>
                  </a:cubicBezTo>
                  <a:lnTo>
                    <a:pt x="1869559" y="2227533"/>
                  </a:lnTo>
                  <a:cubicBezTo>
                    <a:pt x="1869559" y="2243093"/>
                    <a:pt x="1863378" y="2258016"/>
                    <a:pt x="1852375" y="2269019"/>
                  </a:cubicBezTo>
                  <a:cubicBezTo>
                    <a:pt x="1841372" y="2280022"/>
                    <a:pt x="1826449" y="2286203"/>
                    <a:pt x="1810889" y="2286203"/>
                  </a:cubicBezTo>
                  <a:lnTo>
                    <a:pt x="58670" y="2286203"/>
                  </a:lnTo>
                  <a:cubicBezTo>
                    <a:pt x="43110" y="2286203"/>
                    <a:pt x="28187" y="2280022"/>
                    <a:pt x="17184" y="2269019"/>
                  </a:cubicBezTo>
                  <a:cubicBezTo>
                    <a:pt x="6181" y="2258016"/>
                    <a:pt x="0" y="2243093"/>
                    <a:pt x="0" y="2227533"/>
                  </a:cubicBezTo>
                  <a:lnTo>
                    <a:pt x="0" y="58670"/>
                  </a:lnTo>
                  <a:cubicBezTo>
                    <a:pt x="0" y="26267"/>
                    <a:pt x="26267" y="0"/>
                    <a:pt x="5867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69559" cy="2324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498738" y="955440"/>
            <a:ext cx="3770689" cy="7394612"/>
          </a:xfrm>
          <a:custGeom>
            <a:avLst/>
            <a:gdLst/>
            <a:ahLst/>
            <a:cxnLst/>
            <a:rect r="r" b="b" t="t" l="l"/>
            <a:pathLst>
              <a:path h="7394612" w="3770689">
                <a:moveTo>
                  <a:pt x="0" y="0"/>
                </a:moveTo>
                <a:lnTo>
                  <a:pt x="3770689" y="0"/>
                </a:lnTo>
                <a:lnTo>
                  <a:pt x="3770689" y="7394613"/>
                </a:lnTo>
                <a:lnTo>
                  <a:pt x="0" y="7394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05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340380" y="8448560"/>
            <a:ext cx="6087406" cy="1619480"/>
            <a:chOff x="0" y="0"/>
            <a:chExt cx="1603267" cy="426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03267" cy="426530"/>
            </a:xfrm>
            <a:custGeom>
              <a:avLst/>
              <a:gdLst/>
              <a:ahLst/>
              <a:cxnLst/>
              <a:rect r="r" b="b" t="t" l="l"/>
              <a:pathLst>
                <a:path h="426530" w="1603267">
                  <a:moveTo>
                    <a:pt x="64861" y="0"/>
                  </a:moveTo>
                  <a:lnTo>
                    <a:pt x="1538406" y="0"/>
                  </a:lnTo>
                  <a:cubicBezTo>
                    <a:pt x="1574228" y="0"/>
                    <a:pt x="1603267" y="29039"/>
                    <a:pt x="1603267" y="64861"/>
                  </a:cubicBezTo>
                  <a:lnTo>
                    <a:pt x="1603267" y="361668"/>
                  </a:lnTo>
                  <a:cubicBezTo>
                    <a:pt x="1603267" y="397490"/>
                    <a:pt x="1574228" y="426530"/>
                    <a:pt x="1538406" y="426530"/>
                  </a:cubicBezTo>
                  <a:lnTo>
                    <a:pt x="64861" y="426530"/>
                  </a:lnTo>
                  <a:cubicBezTo>
                    <a:pt x="47659" y="426530"/>
                    <a:pt x="31161" y="419696"/>
                    <a:pt x="18997" y="407532"/>
                  </a:cubicBezTo>
                  <a:cubicBezTo>
                    <a:pt x="6834" y="395368"/>
                    <a:pt x="0" y="378870"/>
                    <a:pt x="0" y="361668"/>
                  </a:cubicBezTo>
                  <a:lnTo>
                    <a:pt x="0" y="64861"/>
                  </a:lnTo>
                  <a:cubicBezTo>
                    <a:pt x="0" y="29039"/>
                    <a:pt x="29039" y="0"/>
                    <a:pt x="64861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603267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958247" y="955440"/>
            <a:ext cx="4870720" cy="7306081"/>
          </a:xfrm>
          <a:custGeom>
            <a:avLst/>
            <a:gdLst/>
            <a:ahLst/>
            <a:cxnLst/>
            <a:rect r="r" b="b" t="t" l="l"/>
            <a:pathLst>
              <a:path h="7306081" w="4870720">
                <a:moveTo>
                  <a:pt x="0" y="0"/>
                </a:moveTo>
                <a:lnTo>
                  <a:pt x="4870721" y="0"/>
                </a:lnTo>
                <a:lnTo>
                  <a:pt x="4870721" y="7306081"/>
                </a:lnTo>
                <a:lnTo>
                  <a:pt x="0" y="7306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692105" y="1879797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92105" y="4757839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92105" y="7635880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61507" y="1493934"/>
            <a:ext cx="427593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Solution 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31316" y="4371682"/>
            <a:ext cx="427593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Solution 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31316" y="7247034"/>
            <a:ext cx="427593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Solution 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61507" y="2170209"/>
            <a:ext cx="6574469" cy="108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3"/>
              </a:lnSpc>
            </a:pPr>
            <a:r>
              <a:rPr lang="en-US" sz="300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AI har bir o‘quvchiga individual tushuntirish beradi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31316" y="5048250"/>
            <a:ext cx="6434850" cy="108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3"/>
              </a:lnSpc>
            </a:pPr>
            <a:r>
              <a:rPr lang="en-US" sz="300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Test va topshiriqlar avtomatik tekshiriladi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31316" y="7994235"/>
            <a:ext cx="6504660" cy="552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0"/>
              </a:lnSpc>
            </a:pPr>
            <a:r>
              <a:rPr lang="en-US" sz="3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Natijalar real-time analiz qilinadi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44918" y="9022080"/>
            <a:ext cx="5697379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AI</a:t>
            </a:r>
            <a:r>
              <a:rPr lang="en-US" sz="30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bilan o‘rganishni boshlash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8271" y="771325"/>
            <a:ext cx="16361029" cy="4129217"/>
            <a:chOff x="0" y="0"/>
            <a:chExt cx="4491099" cy="11334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1099" cy="1133469"/>
            </a:xfrm>
            <a:custGeom>
              <a:avLst/>
              <a:gdLst/>
              <a:ahLst/>
              <a:cxnLst/>
              <a:rect r="r" b="b" t="t" l="l"/>
              <a:pathLst>
                <a:path h="1133469" w="4491099">
                  <a:moveTo>
                    <a:pt x="24133" y="0"/>
                  </a:moveTo>
                  <a:lnTo>
                    <a:pt x="4466966" y="0"/>
                  </a:lnTo>
                  <a:cubicBezTo>
                    <a:pt x="4480294" y="0"/>
                    <a:pt x="4491099" y="10805"/>
                    <a:pt x="4491099" y="24133"/>
                  </a:cubicBezTo>
                  <a:lnTo>
                    <a:pt x="4491099" y="1109336"/>
                  </a:lnTo>
                  <a:cubicBezTo>
                    <a:pt x="4491099" y="1122664"/>
                    <a:pt x="4480294" y="1133469"/>
                    <a:pt x="4466966" y="1133469"/>
                  </a:cubicBezTo>
                  <a:lnTo>
                    <a:pt x="24133" y="1133469"/>
                  </a:lnTo>
                  <a:cubicBezTo>
                    <a:pt x="10805" y="1133469"/>
                    <a:pt x="0" y="1122664"/>
                    <a:pt x="0" y="1109336"/>
                  </a:cubicBezTo>
                  <a:lnTo>
                    <a:pt x="0" y="24133"/>
                  </a:lnTo>
                  <a:cubicBezTo>
                    <a:pt x="0" y="10805"/>
                    <a:pt x="10805" y="0"/>
                    <a:pt x="24133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91099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09600" y="5383810"/>
            <a:ext cx="5219121" cy="4129217"/>
            <a:chOff x="0" y="0"/>
            <a:chExt cx="1432647" cy="11334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03167" y="5383810"/>
            <a:ext cx="5219121" cy="4129217"/>
            <a:chOff x="0" y="0"/>
            <a:chExt cx="1432647" cy="1133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8271" y="5383810"/>
            <a:ext cx="5219121" cy="4129217"/>
            <a:chOff x="0" y="0"/>
            <a:chExt cx="1432647" cy="1133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750719" y="2161246"/>
            <a:ext cx="10924017" cy="1435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9"/>
              </a:lnSpc>
            </a:pPr>
            <a:r>
              <a:rPr lang="en-US" b="true" sz="9999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HOW IT WORKS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08088" y="5685350"/>
            <a:ext cx="48239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20268" y="6572504"/>
            <a:ext cx="3597786" cy="161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3"/>
              </a:lnSpc>
            </a:pPr>
            <a:r>
              <a:rPr lang="en-US" sz="300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Test ishlaydi va natija ko‘rsatadi</a:t>
            </a:r>
          </a:p>
          <a:p>
            <a:pPr algn="ctr" marL="0" indent="0" lvl="0">
              <a:lnSpc>
                <a:spcPts val="4213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732023" y="5685350"/>
            <a:ext cx="48239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5855" y="5685350"/>
            <a:ext cx="48239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68693" y="6572504"/>
            <a:ext cx="3597786" cy="108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13"/>
              </a:lnSpc>
            </a:pPr>
            <a:r>
              <a:rPr lang="en-US" sz="300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AI sodda qilib tushuntiradi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8938" y="6572504"/>
            <a:ext cx="3597786" cy="161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13"/>
              </a:lnSpc>
            </a:pPr>
            <a:r>
              <a:rPr lang="en-US" sz="300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O‘quvchi savol beradi yoki mavzuni tanlaydi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214" y="477740"/>
            <a:ext cx="1462910" cy="1459207"/>
            <a:chOff x="0" y="0"/>
            <a:chExt cx="406400" cy="4053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85214" y="3002836"/>
            <a:ext cx="1462910" cy="1459207"/>
            <a:chOff x="0" y="0"/>
            <a:chExt cx="406400" cy="4053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85214" y="5929023"/>
            <a:ext cx="1462910" cy="1459207"/>
            <a:chOff x="0" y="0"/>
            <a:chExt cx="406400" cy="4053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18704" y="821682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8704" y="3318818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8704" y="6272965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71330" y="430115"/>
            <a:ext cx="427593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TAM(GLOBAL)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01741" y="3047254"/>
            <a:ext cx="518297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 </a:t>
            </a: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SAM (O‘zbek</a:t>
            </a: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iston)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71330" y="5881398"/>
            <a:ext cx="606616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SOM (real boshlanish)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01741" y="1150194"/>
            <a:ext cx="5527820" cy="143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🌍 1 milliard+ foydalanuvchi</a:t>
            </a:r>
          </a:p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👉 Dunyo bo‘yicha o‘quvchilar va o‘qituvchilar (EdTech bozori)</a:t>
            </a:r>
          </a:p>
          <a:p>
            <a:pPr algn="l" marL="0" indent="0" lvl="0">
              <a:lnSpc>
                <a:spcPts val="282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332152" y="3647329"/>
            <a:ext cx="4465931" cy="214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Tarkibi:</a:t>
            </a:r>
          </a:p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👨‍🎓 6–7 mln o‘quvchi (maktablar)</a:t>
            </a:r>
          </a:p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🎓 1 mln talaba (OTMlar)</a:t>
            </a:r>
          </a:p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👨‍🏫 700 000+ o‘qituvchi</a:t>
            </a:r>
          </a:p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🏫 minglab o‘quv markazlari</a:t>
            </a:r>
          </a:p>
          <a:p>
            <a:pPr algn="l" marL="0" indent="0" lvl="0">
              <a:lnSpc>
                <a:spcPts val="282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362563" y="6601476"/>
            <a:ext cx="5466998" cy="249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🎯 2026 (II-yarim) — 10 000 foydalanuvchi</a:t>
            </a:r>
          </a:p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Segment:</a:t>
            </a:r>
          </a:p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👨‍🏫 faol o‘qituvchilar</a:t>
            </a:r>
          </a:p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👨‍🎓 online o‘rganayotgan o‘quvchilar</a:t>
            </a:r>
          </a:p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🏫 xususiy o‘quv markazlari</a:t>
            </a:r>
          </a:p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📈 O‘sish rejasi</a:t>
            </a:r>
          </a:p>
          <a:p>
            <a:pPr algn="l" marL="0" indent="0" lvl="0">
              <a:lnSpc>
                <a:spcPts val="2929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9651818" y="477740"/>
            <a:ext cx="8436665" cy="8229600"/>
            <a:chOff x="0" y="0"/>
            <a:chExt cx="2222002" cy="21674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22002" cy="2167467"/>
            </a:xfrm>
            <a:custGeom>
              <a:avLst/>
              <a:gdLst/>
              <a:ahLst/>
              <a:cxnLst/>
              <a:rect r="r" b="b" t="t" l="l"/>
              <a:pathLst>
                <a:path h="2167467" w="2222002">
                  <a:moveTo>
                    <a:pt x="46800" y="0"/>
                  </a:moveTo>
                  <a:lnTo>
                    <a:pt x="2175202" y="0"/>
                  </a:lnTo>
                  <a:cubicBezTo>
                    <a:pt x="2187614" y="0"/>
                    <a:pt x="2199518" y="4931"/>
                    <a:pt x="2208295" y="13707"/>
                  </a:cubicBezTo>
                  <a:cubicBezTo>
                    <a:pt x="2217072" y="22484"/>
                    <a:pt x="2222002" y="34388"/>
                    <a:pt x="2222002" y="46800"/>
                  </a:cubicBezTo>
                  <a:lnTo>
                    <a:pt x="2222002" y="2120666"/>
                  </a:lnTo>
                  <a:cubicBezTo>
                    <a:pt x="2222002" y="2146514"/>
                    <a:pt x="2201049" y="2167467"/>
                    <a:pt x="2175202" y="2167467"/>
                  </a:cubicBezTo>
                  <a:lnTo>
                    <a:pt x="46800" y="2167467"/>
                  </a:lnTo>
                  <a:cubicBezTo>
                    <a:pt x="34388" y="2167467"/>
                    <a:pt x="22484" y="2162536"/>
                    <a:pt x="13707" y="2153759"/>
                  </a:cubicBezTo>
                  <a:cubicBezTo>
                    <a:pt x="4931" y="2144982"/>
                    <a:pt x="0" y="2133079"/>
                    <a:pt x="0" y="2120666"/>
                  </a:cubicBezTo>
                  <a:lnTo>
                    <a:pt x="0" y="46800"/>
                  </a:lnTo>
                  <a:cubicBezTo>
                    <a:pt x="0" y="34388"/>
                    <a:pt x="4931" y="22484"/>
                    <a:pt x="13707" y="13707"/>
                  </a:cubicBezTo>
                  <a:cubicBezTo>
                    <a:pt x="22484" y="4931"/>
                    <a:pt x="34388" y="0"/>
                    <a:pt x="46800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222002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954837" y="-213248"/>
            <a:ext cx="9963978" cy="93505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372" y="1309870"/>
            <a:ext cx="4990932" cy="8775830"/>
          </a:xfrm>
          <a:custGeom>
            <a:avLst/>
            <a:gdLst/>
            <a:ahLst/>
            <a:cxnLst/>
            <a:rect r="r" b="b" t="t" l="l"/>
            <a:pathLst>
              <a:path h="8775830" w="4990932">
                <a:moveTo>
                  <a:pt x="0" y="0"/>
                </a:moveTo>
                <a:lnTo>
                  <a:pt x="4990932" y="0"/>
                </a:lnTo>
                <a:lnTo>
                  <a:pt x="4990932" y="8775830"/>
                </a:lnTo>
                <a:lnTo>
                  <a:pt x="0" y="87758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2775" y="264055"/>
            <a:ext cx="9153368" cy="1411467"/>
            <a:chOff x="0" y="0"/>
            <a:chExt cx="3715111" cy="5728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15111" cy="572877"/>
            </a:xfrm>
            <a:custGeom>
              <a:avLst/>
              <a:gdLst/>
              <a:ahLst/>
              <a:cxnLst/>
              <a:rect r="r" b="b" t="t" l="l"/>
              <a:pathLst>
                <a:path h="572877" w="3715111">
                  <a:moveTo>
                    <a:pt x="43136" y="0"/>
                  </a:moveTo>
                  <a:lnTo>
                    <a:pt x="3671975" y="0"/>
                  </a:lnTo>
                  <a:cubicBezTo>
                    <a:pt x="3683415" y="0"/>
                    <a:pt x="3694387" y="4545"/>
                    <a:pt x="3702477" y="12634"/>
                  </a:cubicBezTo>
                  <a:cubicBezTo>
                    <a:pt x="3710566" y="20724"/>
                    <a:pt x="3715111" y="31695"/>
                    <a:pt x="3715111" y="43136"/>
                  </a:cubicBezTo>
                  <a:lnTo>
                    <a:pt x="3715111" y="529741"/>
                  </a:lnTo>
                  <a:cubicBezTo>
                    <a:pt x="3715111" y="541182"/>
                    <a:pt x="3710566" y="552153"/>
                    <a:pt x="3702477" y="560243"/>
                  </a:cubicBezTo>
                  <a:cubicBezTo>
                    <a:pt x="3694387" y="568333"/>
                    <a:pt x="3683415" y="572877"/>
                    <a:pt x="3671975" y="572877"/>
                  </a:cubicBezTo>
                  <a:lnTo>
                    <a:pt x="43136" y="572877"/>
                  </a:lnTo>
                  <a:cubicBezTo>
                    <a:pt x="31695" y="572877"/>
                    <a:pt x="20724" y="568333"/>
                    <a:pt x="12634" y="560243"/>
                  </a:cubicBezTo>
                  <a:cubicBezTo>
                    <a:pt x="4545" y="552153"/>
                    <a:pt x="0" y="541182"/>
                    <a:pt x="0" y="529741"/>
                  </a:cubicBezTo>
                  <a:lnTo>
                    <a:pt x="0" y="43136"/>
                  </a:lnTo>
                  <a:cubicBezTo>
                    <a:pt x="0" y="31695"/>
                    <a:pt x="4545" y="20724"/>
                    <a:pt x="12634" y="12634"/>
                  </a:cubicBezTo>
                  <a:cubicBezTo>
                    <a:pt x="20724" y="4545"/>
                    <a:pt x="31695" y="0"/>
                    <a:pt x="43136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15111" cy="610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214304" y="1675522"/>
            <a:ext cx="4698050" cy="8254033"/>
          </a:xfrm>
          <a:custGeom>
            <a:avLst/>
            <a:gdLst/>
            <a:ahLst/>
            <a:cxnLst/>
            <a:rect r="r" b="b" t="t" l="l"/>
            <a:pathLst>
              <a:path h="8254033" w="4698050">
                <a:moveTo>
                  <a:pt x="0" y="0"/>
                </a:moveTo>
                <a:lnTo>
                  <a:pt x="4698051" y="0"/>
                </a:lnTo>
                <a:lnTo>
                  <a:pt x="4698051" y="8254033"/>
                </a:lnTo>
                <a:lnTo>
                  <a:pt x="0" y="8254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22830" y="264055"/>
            <a:ext cx="3730269" cy="9821645"/>
          </a:xfrm>
          <a:custGeom>
            <a:avLst/>
            <a:gdLst/>
            <a:ahLst/>
            <a:cxnLst/>
            <a:rect r="r" b="b" t="t" l="l"/>
            <a:pathLst>
              <a:path h="9821645" w="3730269">
                <a:moveTo>
                  <a:pt x="0" y="0"/>
                </a:moveTo>
                <a:lnTo>
                  <a:pt x="3730269" y="0"/>
                </a:lnTo>
                <a:lnTo>
                  <a:pt x="3730269" y="9821645"/>
                </a:lnTo>
                <a:lnTo>
                  <a:pt x="0" y="9821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53099" y="264055"/>
            <a:ext cx="4185085" cy="7621742"/>
          </a:xfrm>
          <a:custGeom>
            <a:avLst/>
            <a:gdLst/>
            <a:ahLst/>
            <a:cxnLst/>
            <a:rect r="r" b="b" t="t" l="l"/>
            <a:pathLst>
              <a:path h="7621742" w="4185085">
                <a:moveTo>
                  <a:pt x="0" y="0"/>
                </a:moveTo>
                <a:lnTo>
                  <a:pt x="4185085" y="0"/>
                </a:lnTo>
                <a:lnTo>
                  <a:pt x="4185085" y="7621742"/>
                </a:lnTo>
                <a:lnTo>
                  <a:pt x="0" y="76217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48616"/>
            <a:ext cx="4970455" cy="88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63"/>
              </a:lnSpc>
            </a:pPr>
            <a:r>
              <a:rPr lang="en-US" b="true" sz="6163">
                <a:solidFill>
                  <a:srgbClr val="F5F5F5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TARIFLAR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62649" y="7828647"/>
            <a:ext cx="3975535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b="true" sz="1800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Raqobatch</a:t>
            </a:r>
            <a:r>
              <a:rPr lang="en-US" b="true" sz="1800" u="none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ilarda ham o‘yinlar bor. Lekin</a:t>
            </a:r>
            <a:r>
              <a:rPr lang="en-US" b="true" sz="1800" u="none">
                <a:solidFill>
                  <a:srgbClr val="1C2E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00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EDU</a:t>
            </a:r>
            <a:r>
              <a:rPr lang="en-US" b="true" sz="1800" u="none">
                <a:solidFill>
                  <a:srgbClr val="1C2EFF"/>
                </a:solidFill>
                <a:latin typeface="Poppins Bold"/>
                <a:ea typeface="Poppins Bold"/>
                <a:cs typeface="Poppins Bold"/>
                <a:sym typeface="Poppins Bold"/>
              </a:rPr>
              <a:t>ZONA</a:t>
            </a:r>
            <a:r>
              <a:rPr lang="en-US" b="true" sz="1800" u="none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’da ular ko‘proq va AI bilan birga ishlaydi. Eng katta farq — biz material yaratamiz, tushuntiramiz va kerak bo’sa tekshiramiz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00495"/>
            <a:ext cx="16230600" cy="1056409"/>
            <a:chOff x="0" y="0"/>
            <a:chExt cx="4274726" cy="278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78231"/>
            </a:xfrm>
            <a:custGeom>
              <a:avLst/>
              <a:gdLst/>
              <a:ahLst/>
              <a:cxnLst/>
              <a:rect r="r" b="b" t="t" l="l"/>
              <a:pathLst>
                <a:path h="278231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53905"/>
                  </a:lnTo>
                  <a:cubicBezTo>
                    <a:pt x="4274726" y="267340"/>
                    <a:pt x="4263834" y="278231"/>
                    <a:pt x="4250399" y="278231"/>
                  </a:cubicBezTo>
                  <a:lnTo>
                    <a:pt x="24327" y="278231"/>
                  </a:lnTo>
                  <a:cubicBezTo>
                    <a:pt x="10891" y="278231"/>
                    <a:pt x="0" y="267340"/>
                    <a:pt x="0" y="25390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31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67638" y="1996750"/>
            <a:ext cx="16352724" cy="7124151"/>
          </a:xfrm>
          <a:custGeom>
            <a:avLst/>
            <a:gdLst/>
            <a:ahLst/>
            <a:cxnLst/>
            <a:rect r="r" b="b" t="t" l="l"/>
            <a:pathLst>
              <a:path h="7124151" w="16352724">
                <a:moveTo>
                  <a:pt x="0" y="0"/>
                </a:moveTo>
                <a:lnTo>
                  <a:pt x="16352724" y="0"/>
                </a:lnTo>
                <a:lnTo>
                  <a:pt x="16352724" y="7124151"/>
                </a:lnTo>
                <a:lnTo>
                  <a:pt x="0" y="7124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57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51946" y="692935"/>
            <a:ext cx="13784108" cy="71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63"/>
              </a:lnSpc>
            </a:pPr>
            <a:r>
              <a:rPr lang="en-US" b="true" sz="5063">
                <a:solidFill>
                  <a:srgbClr val="F5F5F5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 RAQOBATCHILAR TAHLILI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5761" y="9676985"/>
            <a:ext cx="16911240" cy="31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1"/>
              </a:lnSpc>
              <a:spcBef>
                <a:spcPct val="0"/>
              </a:spcBef>
            </a:pPr>
            <a:r>
              <a:rPr lang="en-US" sz="1893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Raqobatchilar faqat o‘yin beradi. EDUZONA esa o‘qituvchiga sinfni boshqarish, o‘quvchini tahlil qilish va to‘liq nazorat qilish imkonini beradi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6530" y="4187580"/>
            <a:ext cx="3170618" cy="3343950"/>
            <a:chOff x="0" y="0"/>
            <a:chExt cx="1334464" cy="1407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4464" cy="1407416"/>
            </a:xfrm>
            <a:custGeom>
              <a:avLst/>
              <a:gdLst/>
              <a:ahLst/>
              <a:cxnLst/>
              <a:rect r="r" b="b" t="t" l="l"/>
              <a:pathLst>
                <a:path h="1407416" w="1334464">
                  <a:moveTo>
                    <a:pt x="124530" y="0"/>
                  </a:moveTo>
                  <a:lnTo>
                    <a:pt x="1209933" y="0"/>
                  </a:lnTo>
                  <a:cubicBezTo>
                    <a:pt x="1242961" y="0"/>
                    <a:pt x="1274636" y="13120"/>
                    <a:pt x="1297990" y="36474"/>
                  </a:cubicBezTo>
                  <a:cubicBezTo>
                    <a:pt x="1321343" y="59828"/>
                    <a:pt x="1334464" y="91503"/>
                    <a:pt x="1334464" y="124530"/>
                  </a:cubicBezTo>
                  <a:lnTo>
                    <a:pt x="1334464" y="1282886"/>
                  </a:lnTo>
                  <a:cubicBezTo>
                    <a:pt x="1334464" y="1315913"/>
                    <a:pt x="1321343" y="1347588"/>
                    <a:pt x="1297990" y="1370942"/>
                  </a:cubicBezTo>
                  <a:cubicBezTo>
                    <a:pt x="1274636" y="1394296"/>
                    <a:pt x="1242961" y="1407416"/>
                    <a:pt x="1209933" y="1407416"/>
                  </a:cubicBezTo>
                  <a:lnTo>
                    <a:pt x="124530" y="1407416"/>
                  </a:lnTo>
                  <a:cubicBezTo>
                    <a:pt x="91503" y="1407416"/>
                    <a:pt x="59828" y="1394296"/>
                    <a:pt x="36474" y="1370942"/>
                  </a:cubicBezTo>
                  <a:cubicBezTo>
                    <a:pt x="13120" y="1347588"/>
                    <a:pt x="0" y="1315913"/>
                    <a:pt x="0" y="1282886"/>
                  </a:cubicBezTo>
                  <a:lnTo>
                    <a:pt x="0" y="124530"/>
                  </a:lnTo>
                  <a:cubicBezTo>
                    <a:pt x="0" y="91503"/>
                    <a:pt x="13120" y="59828"/>
                    <a:pt x="36474" y="36474"/>
                  </a:cubicBezTo>
                  <a:cubicBezTo>
                    <a:pt x="59828" y="13120"/>
                    <a:pt x="91503" y="0"/>
                    <a:pt x="124530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4464" cy="144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488" y="4187580"/>
            <a:ext cx="3170618" cy="3343950"/>
            <a:chOff x="0" y="0"/>
            <a:chExt cx="1334464" cy="1407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4464" cy="1407416"/>
            </a:xfrm>
            <a:custGeom>
              <a:avLst/>
              <a:gdLst/>
              <a:ahLst/>
              <a:cxnLst/>
              <a:rect r="r" b="b" t="t" l="l"/>
              <a:pathLst>
                <a:path h="1407416" w="1334464">
                  <a:moveTo>
                    <a:pt x="124530" y="0"/>
                  </a:moveTo>
                  <a:lnTo>
                    <a:pt x="1209933" y="0"/>
                  </a:lnTo>
                  <a:cubicBezTo>
                    <a:pt x="1242961" y="0"/>
                    <a:pt x="1274636" y="13120"/>
                    <a:pt x="1297990" y="36474"/>
                  </a:cubicBezTo>
                  <a:cubicBezTo>
                    <a:pt x="1321343" y="59828"/>
                    <a:pt x="1334464" y="91503"/>
                    <a:pt x="1334464" y="124530"/>
                  </a:cubicBezTo>
                  <a:lnTo>
                    <a:pt x="1334464" y="1282886"/>
                  </a:lnTo>
                  <a:cubicBezTo>
                    <a:pt x="1334464" y="1315913"/>
                    <a:pt x="1321343" y="1347588"/>
                    <a:pt x="1297990" y="1370942"/>
                  </a:cubicBezTo>
                  <a:cubicBezTo>
                    <a:pt x="1274636" y="1394296"/>
                    <a:pt x="1242961" y="1407416"/>
                    <a:pt x="1209933" y="1407416"/>
                  </a:cubicBezTo>
                  <a:lnTo>
                    <a:pt x="124530" y="1407416"/>
                  </a:lnTo>
                  <a:cubicBezTo>
                    <a:pt x="91503" y="1407416"/>
                    <a:pt x="59828" y="1394296"/>
                    <a:pt x="36474" y="1370942"/>
                  </a:cubicBezTo>
                  <a:cubicBezTo>
                    <a:pt x="13120" y="1347588"/>
                    <a:pt x="0" y="1315913"/>
                    <a:pt x="0" y="1282886"/>
                  </a:cubicBezTo>
                  <a:lnTo>
                    <a:pt x="0" y="124530"/>
                  </a:lnTo>
                  <a:cubicBezTo>
                    <a:pt x="0" y="91503"/>
                    <a:pt x="13120" y="59828"/>
                    <a:pt x="36474" y="36474"/>
                  </a:cubicBezTo>
                  <a:cubicBezTo>
                    <a:pt x="59828" y="13120"/>
                    <a:pt x="91503" y="0"/>
                    <a:pt x="124530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34464" cy="144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81969" y="4187580"/>
            <a:ext cx="3170618" cy="3343950"/>
            <a:chOff x="0" y="0"/>
            <a:chExt cx="1334464" cy="14074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4464" cy="1407416"/>
            </a:xfrm>
            <a:custGeom>
              <a:avLst/>
              <a:gdLst/>
              <a:ahLst/>
              <a:cxnLst/>
              <a:rect r="r" b="b" t="t" l="l"/>
              <a:pathLst>
                <a:path h="1407416" w="1334464">
                  <a:moveTo>
                    <a:pt x="124530" y="0"/>
                  </a:moveTo>
                  <a:lnTo>
                    <a:pt x="1209933" y="0"/>
                  </a:lnTo>
                  <a:cubicBezTo>
                    <a:pt x="1242961" y="0"/>
                    <a:pt x="1274636" y="13120"/>
                    <a:pt x="1297990" y="36474"/>
                  </a:cubicBezTo>
                  <a:cubicBezTo>
                    <a:pt x="1321343" y="59828"/>
                    <a:pt x="1334464" y="91503"/>
                    <a:pt x="1334464" y="124530"/>
                  </a:cubicBezTo>
                  <a:lnTo>
                    <a:pt x="1334464" y="1282886"/>
                  </a:lnTo>
                  <a:cubicBezTo>
                    <a:pt x="1334464" y="1315913"/>
                    <a:pt x="1321343" y="1347588"/>
                    <a:pt x="1297990" y="1370942"/>
                  </a:cubicBezTo>
                  <a:cubicBezTo>
                    <a:pt x="1274636" y="1394296"/>
                    <a:pt x="1242961" y="1407416"/>
                    <a:pt x="1209933" y="1407416"/>
                  </a:cubicBezTo>
                  <a:lnTo>
                    <a:pt x="124530" y="1407416"/>
                  </a:lnTo>
                  <a:cubicBezTo>
                    <a:pt x="91503" y="1407416"/>
                    <a:pt x="59828" y="1394296"/>
                    <a:pt x="36474" y="1370942"/>
                  </a:cubicBezTo>
                  <a:cubicBezTo>
                    <a:pt x="13120" y="1347588"/>
                    <a:pt x="0" y="1315913"/>
                    <a:pt x="0" y="1282886"/>
                  </a:cubicBezTo>
                  <a:lnTo>
                    <a:pt x="0" y="124530"/>
                  </a:lnTo>
                  <a:cubicBezTo>
                    <a:pt x="0" y="91503"/>
                    <a:pt x="13120" y="59828"/>
                    <a:pt x="36474" y="36474"/>
                  </a:cubicBezTo>
                  <a:cubicBezTo>
                    <a:pt x="59828" y="13120"/>
                    <a:pt x="91503" y="0"/>
                    <a:pt x="124530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4464" cy="144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268640" y="3274380"/>
            <a:ext cx="1826399" cy="1826399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4474210" y="0"/>
                  </a:moveTo>
                  <a:lnTo>
                    <a:pt x="1875790" y="0"/>
                  </a:lnTo>
                  <a:cubicBezTo>
                    <a:pt x="839470" y="0"/>
                    <a:pt x="0" y="839470"/>
                    <a:pt x="0" y="1875790"/>
                  </a:cubicBezTo>
                  <a:lnTo>
                    <a:pt x="0" y="4474210"/>
                  </a:lnTo>
                  <a:cubicBezTo>
                    <a:pt x="0" y="5510530"/>
                    <a:pt x="839470" y="6350000"/>
                    <a:pt x="1875790" y="6350000"/>
                  </a:cubicBezTo>
                  <a:lnTo>
                    <a:pt x="4474210" y="6350000"/>
                  </a:lnTo>
                  <a:cubicBezTo>
                    <a:pt x="5510530" y="6350000"/>
                    <a:pt x="6350000" y="5510530"/>
                    <a:pt x="6350000" y="4474210"/>
                  </a:cubicBezTo>
                  <a:lnTo>
                    <a:pt x="6350000" y="1875790"/>
                  </a:lnTo>
                  <a:cubicBezTo>
                    <a:pt x="6350000" y="839470"/>
                    <a:pt x="5510530" y="0"/>
                    <a:pt x="447421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4761598" y="3274380"/>
            <a:ext cx="1826399" cy="1826399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4474210" y="0"/>
                  </a:moveTo>
                  <a:lnTo>
                    <a:pt x="1875790" y="0"/>
                  </a:lnTo>
                  <a:cubicBezTo>
                    <a:pt x="839470" y="0"/>
                    <a:pt x="0" y="839470"/>
                    <a:pt x="0" y="1875790"/>
                  </a:cubicBezTo>
                  <a:lnTo>
                    <a:pt x="0" y="4474210"/>
                  </a:lnTo>
                  <a:cubicBezTo>
                    <a:pt x="0" y="5510530"/>
                    <a:pt x="839470" y="6350000"/>
                    <a:pt x="1875790" y="6350000"/>
                  </a:cubicBezTo>
                  <a:lnTo>
                    <a:pt x="4474210" y="6350000"/>
                  </a:lnTo>
                  <a:cubicBezTo>
                    <a:pt x="5510530" y="6350000"/>
                    <a:pt x="6350000" y="5510530"/>
                    <a:pt x="6350000" y="4474210"/>
                  </a:cubicBezTo>
                  <a:lnTo>
                    <a:pt x="6350000" y="1875790"/>
                  </a:lnTo>
                  <a:cubicBezTo>
                    <a:pt x="6350000" y="839470"/>
                    <a:pt x="5510530" y="0"/>
                    <a:pt x="447421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8255495" y="3274380"/>
            <a:ext cx="1826399" cy="1826399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4474210" y="0"/>
                  </a:moveTo>
                  <a:lnTo>
                    <a:pt x="1875790" y="0"/>
                  </a:lnTo>
                  <a:cubicBezTo>
                    <a:pt x="839470" y="0"/>
                    <a:pt x="0" y="839470"/>
                    <a:pt x="0" y="1875790"/>
                  </a:cubicBezTo>
                  <a:lnTo>
                    <a:pt x="0" y="4474210"/>
                  </a:lnTo>
                  <a:cubicBezTo>
                    <a:pt x="0" y="5510530"/>
                    <a:pt x="839470" y="6350000"/>
                    <a:pt x="1875790" y="6350000"/>
                  </a:cubicBezTo>
                  <a:lnTo>
                    <a:pt x="4474210" y="6350000"/>
                  </a:lnTo>
                  <a:cubicBezTo>
                    <a:pt x="5510530" y="6350000"/>
                    <a:pt x="6350000" y="5510530"/>
                    <a:pt x="6350000" y="4474210"/>
                  </a:cubicBezTo>
                  <a:lnTo>
                    <a:pt x="6350000" y="1875790"/>
                  </a:lnTo>
                  <a:cubicBezTo>
                    <a:pt x="6350000" y="839470"/>
                    <a:pt x="5510530" y="0"/>
                    <a:pt x="447421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-5009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074449" y="4187580"/>
            <a:ext cx="3170618" cy="3343950"/>
            <a:chOff x="0" y="0"/>
            <a:chExt cx="1334464" cy="1407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4464" cy="1407416"/>
            </a:xfrm>
            <a:custGeom>
              <a:avLst/>
              <a:gdLst/>
              <a:ahLst/>
              <a:cxnLst/>
              <a:rect r="r" b="b" t="t" l="l"/>
              <a:pathLst>
                <a:path h="1407416" w="1334464">
                  <a:moveTo>
                    <a:pt x="124530" y="0"/>
                  </a:moveTo>
                  <a:lnTo>
                    <a:pt x="1209933" y="0"/>
                  </a:lnTo>
                  <a:cubicBezTo>
                    <a:pt x="1242961" y="0"/>
                    <a:pt x="1274636" y="13120"/>
                    <a:pt x="1297990" y="36474"/>
                  </a:cubicBezTo>
                  <a:cubicBezTo>
                    <a:pt x="1321343" y="59828"/>
                    <a:pt x="1334464" y="91503"/>
                    <a:pt x="1334464" y="124530"/>
                  </a:cubicBezTo>
                  <a:lnTo>
                    <a:pt x="1334464" y="1282886"/>
                  </a:lnTo>
                  <a:cubicBezTo>
                    <a:pt x="1334464" y="1315913"/>
                    <a:pt x="1321343" y="1347588"/>
                    <a:pt x="1297990" y="1370942"/>
                  </a:cubicBezTo>
                  <a:cubicBezTo>
                    <a:pt x="1274636" y="1394296"/>
                    <a:pt x="1242961" y="1407416"/>
                    <a:pt x="1209933" y="1407416"/>
                  </a:cubicBezTo>
                  <a:lnTo>
                    <a:pt x="124530" y="1407416"/>
                  </a:lnTo>
                  <a:cubicBezTo>
                    <a:pt x="91503" y="1407416"/>
                    <a:pt x="59828" y="1394296"/>
                    <a:pt x="36474" y="1370942"/>
                  </a:cubicBezTo>
                  <a:cubicBezTo>
                    <a:pt x="13120" y="1347588"/>
                    <a:pt x="0" y="1315913"/>
                    <a:pt x="0" y="1282886"/>
                  </a:cubicBezTo>
                  <a:lnTo>
                    <a:pt x="0" y="124530"/>
                  </a:lnTo>
                  <a:cubicBezTo>
                    <a:pt x="0" y="91503"/>
                    <a:pt x="13120" y="59828"/>
                    <a:pt x="36474" y="36474"/>
                  </a:cubicBezTo>
                  <a:cubicBezTo>
                    <a:pt x="59828" y="13120"/>
                    <a:pt x="91503" y="0"/>
                    <a:pt x="124530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34464" cy="144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1747975" y="3274380"/>
            <a:ext cx="1826399" cy="1826399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4474210" y="0"/>
                  </a:moveTo>
                  <a:lnTo>
                    <a:pt x="1875790" y="0"/>
                  </a:lnTo>
                  <a:cubicBezTo>
                    <a:pt x="839470" y="0"/>
                    <a:pt x="0" y="839470"/>
                    <a:pt x="0" y="1875790"/>
                  </a:cubicBezTo>
                  <a:lnTo>
                    <a:pt x="0" y="4474210"/>
                  </a:lnTo>
                  <a:cubicBezTo>
                    <a:pt x="0" y="5510530"/>
                    <a:pt x="839470" y="6350000"/>
                    <a:pt x="1875790" y="6350000"/>
                  </a:cubicBezTo>
                  <a:lnTo>
                    <a:pt x="4474210" y="6350000"/>
                  </a:lnTo>
                  <a:cubicBezTo>
                    <a:pt x="5510530" y="6350000"/>
                    <a:pt x="6350000" y="5510530"/>
                    <a:pt x="6350000" y="4474210"/>
                  </a:cubicBezTo>
                  <a:lnTo>
                    <a:pt x="6350000" y="1875790"/>
                  </a:lnTo>
                  <a:cubicBezTo>
                    <a:pt x="6350000" y="839470"/>
                    <a:pt x="5510530" y="0"/>
                    <a:pt x="447421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7608" r="0" b="-7608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520851" y="4187580"/>
            <a:ext cx="3170618" cy="3343950"/>
            <a:chOff x="0" y="0"/>
            <a:chExt cx="1334464" cy="14074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34464" cy="1407416"/>
            </a:xfrm>
            <a:custGeom>
              <a:avLst/>
              <a:gdLst/>
              <a:ahLst/>
              <a:cxnLst/>
              <a:rect r="r" b="b" t="t" l="l"/>
              <a:pathLst>
                <a:path h="1407416" w="1334464">
                  <a:moveTo>
                    <a:pt x="124530" y="0"/>
                  </a:moveTo>
                  <a:lnTo>
                    <a:pt x="1209933" y="0"/>
                  </a:lnTo>
                  <a:cubicBezTo>
                    <a:pt x="1242961" y="0"/>
                    <a:pt x="1274636" y="13120"/>
                    <a:pt x="1297990" y="36474"/>
                  </a:cubicBezTo>
                  <a:cubicBezTo>
                    <a:pt x="1321343" y="59828"/>
                    <a:pt x="1334464" y="91503"/>
                    <a:pt x="1334464" y="124530"/>
                  </a:cubicBezTo>
                  <a:lnTo>
                    <a:pt x="1334464" y="1282886"/>
                  </a:lnTo>
                  <a:cubicBezTo>
                    <a:pt x="1334464" y="1315913"/>
                    <a:pt x="1321343" y="1347588"/>
                    <a:pt x="1297990" y="1370942"/>
                  </a:cubicBezTo>
                  <a:cubicBezTo>
                    <a:pt x="1274636" y="1394296"/>
                    <a:pt x="1242961" y="1407416"/>
                    <a:pt x="1209933" y="1407416"/>
                  </a:cubicBezTo>
                  <a:lnTo>
                    <a:pt x="124530" y="1407416"/>
                  </a:lnTo>
                  <a:cubicBezTo>
                    <a:pt x="91503" y="1407416"/>
                    <a:pt x="59828" y="1394296"/>
                    <a:pt x="36474" y="1370942"/>
                  </a:cubicBezTo>
                  <a:cubicBezTo>
                    <a:pt x="13120" y="1347588"/>
                    <a:pt x="0" y="1315913"/>
                    <a:pt x="0" y="1282886"/>
                  </a:cubicBezTo>
                  <a:lnTo>
                    <a:pt x="0" y="124530"/>
                  </a:lnTo>
                  <a:cubicBezTo>
                    <a:pt x="0" y="91503"/>
                    <a:pt x="13120" y="59828"/>
                    <a:pt x="36474" y="36474"/>
                  </a:cubicBezTo>
                  <a:cubicBezTo>
                    <a:pt x="59828" y="13120"/>
                    <a:pt x="91503" y="0"/>
                    <a:pt x="124530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34464" cy="144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15194377" y="3274380"/>
            <a:ext cx="1826399" cy="1826399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4474210" y="0"/>
                  </a:moveTo>
                  <a:lnTo>
                    <a:pt x="1875790" y="0"/>
                  </a:lnTo>
                  <a:cubicBezTo>
                    <a:pt x="839470" y="0"/>
                    <a:pt x="0" y="839470"/>
                    <a:pt x="0" y="1875790"/>
                  </a:cubicBezTo>
                  <a:lnTo>
                    <a:pt x="0" y="4474210"/>
                  </a:lnTo>
                  <a:cubicBezTo>
                    <a:pt x="0" y="5510530"/>
                    <a:pt x="839470" y="6350000"/>
                    <a:pt x="1875790" y="6350000"/>
                  </a:cubicBezTo>
                  <a:lnTo>
                    <a:pt x="4474210" y="6350000"/>
                  </a:lnTo>
                  <a:cubicBezTo>
                    <a:pt x="5510530" y="6350000"/>
                    <a:pt x="6350000" y="5510530"/>
                    <a:pt x="6350000" y="4474210"/>
                  </a:cubicBezTo>
                  <a:lnTo>
                    <a:pt x="6350000" y="1875790"/>
                  </a:lnTo>
                  <a:cubicBezTo>
                    <a:pt x="6350000" y="839470"/>
                    <a:pt x="5510530" y="0"/>
                    <a:pt x="447421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-50093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87461" y="5577830"/>
            <a:ext cx="2788758" cy="437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3"/>
              </a:lnSpc>
            </a:pPr>
            <a:r>
              <a:rPr lang="en-US" b="true" sz="2628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Ilhom Jumaev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7335" y="6099442"/>
            <a:ext cx="2289684" cy="95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</a:pPr>
            <a:r>
              <a:rPr lang="en-US" b="true" sz="1801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CEO</a:t>
            </a:r>
            <a:r>
              <a:rPr lang="en-US" b="true" sz="1801" u="none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 marL="0" indent="0" lvl="0">
              <a:lnSpc>
                <a:spcPts val="2522"/>
              </a:lnSpc>
            </a:pPr>
            <a:r>
              <a:rPr lang="en-US" b="true" sz="1801" u="none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senior developer</a:t>
            </a:r>
          </a:p>
          <a:p>
            <a:pPr algn="ctr" marL="0" indent="0" lvl="0">
              <a:lnSpc>
                <a:spcPts val="2522"/>
              </a:lnSpc>
            </a:pPr>
            <a:r>
              <a:rPr lang="en-US" b="true" sz="1801" u="none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7 yil+ tajriba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80419" y="5587355"/>
            <a:ext cx="278875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3"/>
              </a:lnSpc>
            </a:pPr>
            <a:r>
              <a:rPr lang="en-US" b="true" sz="2128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Islom Abdug'aforov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30293" y="6099442"/>
            <a:ext cx="2289684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Frontet developer </a:t>
            </a:r>
          </a:p>
          <a:p>
            <a:pPr algn="ctr" marL="0" indent="0" lvl="0">
              <a:lnSpc>
                <a:spcPts val="2520"/>
              </a:lnSpc>
            </a:pPr>
            <a:r>
              <a:rPr lang="en-US" b="true" sz="1800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2 yil+ tajriba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72702" y="5587355"/>
            <a:ext cx="278875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73"/>
              </a:lnSpc>
            </a:pPr>
            <a:r>
              <a:rPr lang="en-US" b="true" sz="2228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Egamberdi Ortiqov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22576" y="6099442"/>
            <a:ext cx="2289684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Dizayner  </a:t>
            </a:r>
          </a:p>
          <a:p>
            <a:pPr algn="ctr" marL="0" indent="0" lvl="0">
              <a:lnSpc>
                <a:spcPts val="2520"/>
              </a:lnSpc>
            </a:pPr>
            <a:r>
              <a:rPr lang="en-US" b="true" sz="1800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1 yil+ tajriba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73296" y="1058183"/>
            <a:ext cx="13941409" cy="1435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9"/>
              </a:lnSpc>
            </a:pPr>
            <a:r>
              <a:rPr lang="en-US" b="true" sz="9999">
                <a:solidFill>
                  <a:srgbClr val="1C2EFF"/>
                </a:solidFill>
                <a:latin typeface="Telegraf Bold"/>
                <a:ea typeface="Telegraf Bold"/>
                <a:cs typeface="Telegraf Bold"/>
                <a:sym typeface="Telegraf Bold"/>
              </a:rPr>
              <a:t>BIZNING JAMOA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65380" y="5396855"/>
            <a:ext cx="278875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3"/>
              </a:lnSpc>
            </a:pPr>
            <a:r>
              <a:rPr lang="en-US" b="true" sz="2328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Diyorbek Axmadjonov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91877" y="6256581"/>
            <a:ext cx="2289684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</a:pPr>
            <a:r>
              <a:rPr lang="en-US" b="true" sz="1800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Video maker tajriba 2-yil+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11584" y="5587355"/>
            <a:ext cx="278875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73"/>
              </a:lnSpc>
            </a:pPr>
            <a:r>
              <a:rPr lang="en-US" b="true" sz="2228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Jasurbek Jo'rayev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961458" y="6099442"/>
            <a:ext cx="2289684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analytic</a:t>
            </a:r>
          </a:p>
          <a:p>
            <a:pPr algn="ctr" marL="0" indent="0" lvl="0">
              <a:lnSpc>
                <a:spcPts val="2520"/>
              </a:lnSpc>
            </a:pPr>
            <a:r>
              <a:rPr lang="en-US" b="true" sz="1800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1 yil+ tajriba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069176" y="8045880"/>
            <a:ext cx="580277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EDU</a:t>
            </a:r>
            <a:r>
              <a:rPr lang="en-US" sz="9000" b="true">
                <a:solidFill>
                  <a:srgbClr val="1B18F9"/>
                </a:solidFill>
                <a:latin typeface="Telegraf Bold"/>
                <a:ea typeface="Telegraf Bold"/>
                <a:cs typeface="Telegraf Bold"/>
                <a:sym typeface="Telegraf Bold"/>
              </a:rPr>
              <a:t>ZONA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5731618" y="8239600"/>
            <a:ext cx="1337558" cy="1337558"/>
          </a:xfrm>
          <a:custGeom>
            <a:avLst/>
            <a:gdLst/>
            <a:ahLst/>
            <a:cxnLst/>
            <a:rect r="r" b="b" t="t" l="l"/>
            <a:pathLst>
              <a:path h="1337558" w="1337558">
                <a:moveTo>
                  <a:pt x="0" y="0"/>
                </a:moveTo>
                <a:lnTo>
                  <a:pt x="1337558" y="0"/>
                </a:lnTo>
                <a:lnTo>
                  <a:pt x="1337558" y="1337558"/>
                </a:lnTo>
                <a:lnTo>
                  <a:pt x="0" y="1337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2873" t="-227429" r="-417588" b="-263032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484" y="-57150"/>
            <a:ext cx="18187516" cy="10344150"/>
          </a:xfrm>
          <a:custGeom>
            <a:avLst/>
            <a:gdLst/>
            <a:ahLst/>
            <a:cxnLst/>
            <a:rect r="r" b="b" t="t" l="l"/>
            <a:pathLst>
              <a:path h="10344150" w="18187516">
                <a:moveTo>
                  <a:pt x="0" y="0"/>
                </a:moveTo>
                <a:lnTo>
                  <a:pt x="18187516" y="0"/>
                </a:lnTo>
                <a:lnTo>
                  <a:pt x="18187516" y="10344150"/>
                </a:lnTo>
                <a:lnTo>
                  <a:pt x="0" y="10344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81339" y="7621751"/>
            <a:ext cx="3953334" cy="1619480"/>
            <a:chOff x="0" y="0"/>
            <a:chExt cx="1041207" cy="426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1207" cy="426530"/>
            </a:xfrm>
            <a:custGeom>
              <a:avLst/>
              <a:gdLst/>
              <a:ahLst/>
              <a:cxnLst/>
              <a:rect r="r" b="b" t="t" l="l"/>
              <a:pathLst>
                <a:path h="426530" w="1041207">
                  <a:moveTo>
                    <a:pt x="99875" y="0"/>
                  </a:moveTo>
                  <a:lnTo>
                    <a:pt x="941332" y="0"/>
                  </a:lnTo>
                  <a:cubicBezTo>
                    <a:pt x="996492" y="0"/>
                    <a:pt x="1041207" y="44715"/>
                    <a:pt x="1041207" y="99875"/>
                  </a:cubicBezTo>
                  <a:lnTo>
                    <a:pt x="1041207" y="326655"/>
                  </a:lnTo>
                  <a:cubicBezTo>
                    <a:pt x="1041207" y="353143"/>
                    <a:pt x="1030685" y="378547"/>
                    <a:pt x="1011955" y="397277"/>
                  </a:cubicBezTo>
                  <a:cubicBezTo>
                    <a:pt x="993224" y="416007"/>
                    <a:pt x="967821" y="426530"/>
                    <a:pt x="941332" y="426530"/>
                  </a:cubicBezTo>
                  <a:lnTo>
                    <a:pt x="99875" y="426530"/>
                  </a:lnTo>
                  <a:cubicBezTo>
                    <a:pt x="73386" y="426530"/>
                    <a:pt x="47983" y="416007"/>
                    <a:pt x="29253" y="397277"/>
                  </a:cubicBezTo>
                  <a:cubicBezTo>
                    <a:pt x="10522" y="378547"/>
                    <a:pt x="0" y="353143"/>
                    <a:pt x="0" y="326655"/>
                  </a:cubicBezTo>
                  <a:lnTo>
                    <a:pt x="0" y="99875"/>
                  </a:lnTo>
                  <a:cubicBezTo>
                    <a:pt x="0" y="73386"/>
                    <a:pt x="10522" y="47983"/>
                    <a:pt x="29253" y="29253"/>
                  </a:cubicBezTo>
                  <a:cubicBezTo>
                    <a:pt x="47983" y="10522"/>
                    <a:pt x="73386" y="0"/>
                    <a:pt x="99875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1207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06671" y="7638820"/>
            <a:ext cx="5952629" cy="1619480"/>
            <a:chOff x="0" y="0"/>
            <a:chExt cx="1567771" cy="426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67771" cy="426530"/>
            </a:xfrm>
            <a:custGeom>
              <a:avLst/>
              <a:gdLst/>
              <a:ahLst/>
              <a:cxnLst/>
              <a:rect r="r" b="b" t="t" l="l"/>
              <a:pathLst>
                <a:path h="426530" w="1567771">
                  <a:moveTo>
                    <a:pt x="66330" y="0"/>
                  </a:moveTo>
                  <a:lnTo>
                    <a:pt x="1501441" y="0"/>
                  </a:lnTo>
                  <a:cubicBezTo>
                    <a:pt x="1519032" y="0"/>
                    <a:pt x="1535904" y="6988"/>
                    <a:pt x="1548343" y="19428"/>
                  </a:cubicBezTo>
                  <a:cubicBezTo>
                    <a:pt x="1560782" y="31867"/>
                    <a:pt x="1567771" y="48738"/>
                    <a:pt x="1567771" y="66330"/>
                  </a:cubicBezTo>
                  <a:lnTo>
                    <a:pt x="1567771" y="360200"/>
                  </a:lnTo>
                  <a:cubicBezTo>
                    <a:pt x="1567771" y="377791"/>
                    <a:pt x="1560782" y="394663"/>
                    <a:pt x="1548343" y="407102"/>
                  </a:cubicBezTo>
                  <a:cubicBezTo>
                    <a:pt x="1535904" y="419541"/>
                    <a:pt x="1519032" y="426530"/>
                    <a:pt x="1501441" y="426530"/>
                  </a:cubicBezTo>
                  <a:lnTo>
                    <a:pt x="66330" y="426530"/>
                  </a:lnTo>
                  <a:cubicBezTo>
                    <a:pt x="48738" y="426530"/>
                    <a:pt x="31867" y="419541"/>
                    <a:pt x="19428" y="407102"/>
                  </a:cubicBezTo>
                  <a:cubicBezTo>
                    <a:pt x="6988" y="394663"/>
                    <a:pt x="0" y="377791"/>
                    <a:pt x="0" y="360200"/>
                  </a:cubicBezTo>
                  <a:lnTo>
                    <a:pt x="0" y="66330"/>
                  </a:lnTo>
                  <a:cubicBezTo>
                    <a:pt x="0" y="48738"/>
                    <a:pt x="6988" y="31867"/>
                    <a:pt x="19428" y="19428"/>
                  </a:cubicBezTo>
                  <a:cubicBezTo>
                    <a:pt x="31867" y="6988"/>
                    <a:pt x="48738" y="0"/>
                    <a:pt x="66330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67771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62050" y="7549220"/>
            <a:ext cx="1611474" cy="1380202"/>
          </a:xfrm>
          <a:custGeom>
            <a:avLst/>
            <a:gdLst/>
            <a:ahLst/>
            <a:cxnLst/>
            <a:rect r="r" b="b" t="t" l="l"/>
            <a:pathLst>
              <a:path h="1380202" w="1611474">
                <a:moveTo>
                  <a:pt x="0" y="0"/>
                </a:moveTo>
                <a:lnTo>
                  <a:pt x="1611474" y="0"/>
                </a:lnTo>
                <a:lnTo>
                  <a:pt x="1611474" y="1380202"/>
                </a:lnTo>
                <a:lnTo>
                  <a:pt x="0" y="1380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560" t="-181502" r="-306549" b="-23352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471284" y="8261235"/>
            <a:ext cx="468008" cy="468008"/>
          </a:xfrm>
          <a:custGeom>
            <a:avLst/>
            <a:gdLst/>
            <a:ahLst/>
            <a:cxnLst/>
            <a:rect r="r" b="b" t="t" l="l"/>
            <a:pathLst>
              <a:path h="468008" w="468008">
                <a:moveTo>
                  <a:pt x="0" y="0"/>
                </a:moveTo>
                <a:lnTo>
                  <a:pt x="468008" y="0"/>
                </a:lnTo>
                <a:lnTo>
                  <a:pt x="468008" y="468008"/>
                </a:lnTo>
                <a:lnTo>
                  <a:pt x="0" y="46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53250" y="8177566"/>
            <a:ext cx="507849" cy="507849"/>
          </a:xfrm>
          <a:custGeom>
            <a:avLst/>
            <a:gdLst/>
            <a:ahLst/>
            <a:cxnLst/>
            <a:rect r="r" b="b" t="t" l="l"/>
            <a:pathLst>
              <a:path h="507849" w="507849">
                <a:moveTo>
                  <a:pt x="0" y="0"/>
                </a:moveTo>
                <a:lnTo>
                  <a:pt x="507849" y="0"/>
                </a:lnTo>
                <a:lnTo>
                  <a:pt x="507849" y="507849"/>
                </a:lnTo>
                <a:lnTo>
                  <a:pt x="0" y="5078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93967" y="2544439"/>
            <a:ext cx="15700066" cy="294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1"/>
              </a:lnSpc>
            </a:pPr>
            <a:r>
              <a:rPr lang="en-US" b="true" sz="16243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Questions?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72642" y="8175510"/>
            <a:ext cx="542209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@ilhomjumayev96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97458" y="8167966"/>
            <a:ext cx="3293084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+998 (99) 074 56 29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05441" y="7878965"/>
            <a:ext cx="3503900" cy="97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399" b="true">
                <a:solidFill>
                  <a:srgbClr val="1B18F9"/>
                </a:solidFill>
                <a:latin typeface="Telegraf Bold"/>
                <a:ea typeface="Telegraf Bold"/>
                <a:cs typeface="Telegraf Bold"/>
                <a:sym typeface="Telegraf Bold"/>
              </a:rPr>
              <a:t>EDU</a:t>
            </a:r>
            <a:r>
              <a:rPr lang="en-US" sz="53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ZONA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90500"/>
            <a:ext cx="16611628" cy="1081217"/>
            <a:chOff x="0" y="0"/>
            <a:chExt cx="4559888" cy="296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9888" cy="296794"/>
            </a:xfrm>
            <a:custGeom>
              <a:avLst/>
              <a:gdLst/>
              <a:ahLst/>
              <a:cxnLst/>
              <a:rect r="r" b="b" t="t" l="l"/>
              <a:pathLst>
                <a:path h="296794" w="4559888">
                  <a:moveTo>
                    <a:pt x="23769" y="0"/>
                  </a:moveTo>
                  <a:lnTo>
                    <a:pt x="4536119" y="0"/>
                  </a:lnTo>
                  <a:cubicBezTo>
                    <a:pt x="4542423" y="0"/>
                    <a:pt x="4548469" y="2504"/>
                    <a:pt x="4552926" y="6962"/>
                  </a:cubicBezTo>
                  <a:cubicBezTo>
                    <a:pt x="4557384" y="11419"/>
                    <a:pt x="4559888" y="17465"/>
                    <a:pt x="4559888" y="23769"/>
                  </a:cubicBezTo>
                  <a:lnTo>
                    <a:pt x="4559888" y="273025"/>
                  </a:lnTo>
                  <a:cubicBezTo>
                    <a:pt x="4559888" y="279329"/>
                    <a:pt x="4557384" y="285374"/>
                    <a:pt x="4552926" y="289832"/>
                  </a:cubicBezTo>
                  <a:cubicBezTo>
                    <a:pt x="4548469" y="294289"/>
                    <a:pt x="4542423" y="296794"/>
                    <a:pt x="4536119" y="296794"/>
                  </a:cubicBezTo>
                  <a:lnTo>
                    <a:pt x="23769" y="296794"/>
                  </a:lnTo>
                  <a:cubicBezTo>
                    <a:pt x="17465" y="296794"/>
                    <a:pt x="11419" y="294289"/>
                    <a:pt x="6962" y="289832"/>
                  </a:cubicBezTo>
                  <a:cubicBezTo>
                    <a:pt x="2504" y="285374"/>
                    <a:pt x="0" y="279329"/>
                    <a:pt x="0" y="273025"/>
                  </a:cubicBezTo>
                  <a:lnTo>
                    <a:pt x="0" y="23769"/>
                  </a:lnTo>
                  <a:cubicBezTo>
                    <a:pt x="0" y="17465"/>
                    <a:pt x="2504" y="11419"/>
                    <a:pt x="6962" y="6962"/>
                  </a:cubicBezTo>
                  <a:cubicBezTo>
                    <a:pt x="11419" y="2504"/>
                    <a:pt x="17465" y="0"/>
                    <a:pt x="23769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59888" cy="334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679086" y="1419225"/>
          <a:ext cx="7543800" cy="5657850"/>
        </p:xfrm>
        <a:graphic>
          <a:graphicData uri="http://schemas.openxmlformats.org/presentationml/2006/ole">
            <p:oleObj imgW="9042400" imgH="7162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3362384" y="358774"/>
            <a:ext cx="12020431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XARAJATLAR</a:t>
            </a:r>
            <a:r>
              <a:rPr lang="en-US" b="true" sz="3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JADVAL: 6oy (min)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467574"/>
            <a:ext cx="16361029" cy="1767017"/>
            <a:chOff x="0" y="0"/>
            <a:chExt cx="4491099" cy="485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1099" cy="485046"/>
            </a:xfrm>
            <a:custGeom>
              <a:avLst/>
              <a:gdLst/>
              <a:ahLst/>
              <a:cxnLst/>
              <a:rect r="r" b="b" t="t" l="l"/>
              <a:pathLst>
                <a:path h="485046" w="4491099">
                  <a:moveTo>
                    <a:pt x="24133" y="0"/>
                  </a:moveTo>
                  <a:lnTo>
                    <a:pt x="4466966" y="0"/>
                  </a:lnTo>
                  <a:cubicBezTo>
                    <a:pt x="4480294" y="0"/>
                    <a:pt x="4491099" y="10805"/>
                    <a:pt x="4491099" y="24133"/>
                  </a:cubicBezTo>
                  <a:lnTo>
                    <a:pt x="4491099" y="460913"/>
                  </a:lnTo>
                  <a:cubicBezTo>
                    <a:pt x="4491099" y="474241"/>
                    <a:pt x="4480294" y="485046"/>
                    <a:pt x="4466966" y="485046"/>
                  </a:cubicBezTo>
                  <a:lnTo>
                    <a:pt x="24133" y="485046"/>
                  </a:lnTo>
                  <a:cubicBezTo>
                    <a:pt x="10805" y="485046"/>
                    <a:pt x="0" y="474241"/>
                    <a:pt x="0" y="460913"/>
                  </a:cubicBezTo>
                  <a:lnTo>
                    <a:pt x="0" y="24133"/>
                  </a:lnTo>
                  <a:cubicBezTo>
                    <a:pt x="0" y="10805"/>
                    <a:pt x="10805" y="0"/>
                    <a:pt x="24133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91099" cy="523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551170" y="767833"/>
            <a:ext cx="7185660" cy="105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UNIT</a:t>
            </a:r>
            <a:r>
              <a:rPr lang="en-US" sz="6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ECONOMICS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600125"/>
            <a:ext cx="16570579" cy="7291517"/>
            <a:chOff x="0" y="0"/>
            <a:chExt cx="4548620" cy="200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48620" cy="2001519"/>
            </a:xfrm>
            <a:custGeom>
              <a:avLst/>
              <a:gdLst/>
              <a:ahLst/>
              <a:cxnLst/>
              <a:rect r="r" b="b" t="t" l="l"/>
              <a:pathLst>
                <a:path h="2001519" w="4548620">
                  <a:moveTo>
                    <a:pt x="23828" y="0"/>
                  </a:moveTo>
                  <a:lnTo>
                    <a:pt x="4524792" y="0"/>
                  </a:lnTo>
                  <a:cubicBezTo>
                    <a:pt x="4531112" y="0"/>
                    <a:pt x="4537173" y="2510"/>
                    <a:pt x="4541641" y="6979"/>
                  </a:cubicBezTo>
                  <a:cubicBezTo>
                    <a:pt x="4546110" y="11448"/>
                    <a:pt x="4548620" y="17508"/>
                    <a:pt x="4548620" y="23828"/>
                  </a:cubicBezTo>
                  <a:lnTo>
                    <a:pt x="4548620" y="1977692"/>
                  </a:lnTo>
                  <a:cubicBezTo>
                    <a:pt x="4548620" y="1990852"/>
                    <a:pt x="4537952" y="2001519"/>
                    <a:pt x="4524792" y="2001519"/>
                  </a:cubicBezTo>
                  <a:lnTo>
                    <a:pt x="23828" y="2001519"/>
                  </a:lnTo>
                  <a:cubicBezTo>
                    <a:pt x="10668" y="2001519"/>
                    <a:pt x="0" y="1990852"/>
                    <a:pt x="0" y="1977692"/>
                  </a:cubicBezTo>
                  <a:lnTo>
                    <a:pt x="0" y="23828"/>
                  </a:lnTo>
                  <a:cubicBezTo>
                    <a:pt x="0" y="10668"/>
                    <a:pt x="10668" y="0"/>
                    <a:pt x="23828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48620" cy="2039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4126230"/>
            <a:ext cx="16425132" cy="324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b="true" sz="61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CAC: ~10,000 s</a:t>
            </a:r>
            <a:r>
              <a:rPr lang="en-US" b="true" sz="61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o‘m</a:t>
            </a:r>
          </a:p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b="true" sz="61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LTV: ~177,000 so‘m</a:t>
            </a:r>
          </a:p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b="true" sz="61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LTV/CAC: ~17x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467574"/>
            <a:ext cx="16361029" cy="1767017"/>
            <a:chOff x="0" y="0"/>
            <a:chExt cx="4491099" cy="485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1099" cy="485046"/>
            </a:xfrm>
            <a:custGeom>
              <a:avLst/>
              <a:gdLst/>
              <a:ahLst/>
              <a:cxnLst/>
              <a:rect r="r" b="b" t="t" l="l"/>
              <a:pathLst>
                <a:path h="485046" w="4491099">
                  <a:moveTo>
                    <a:pt x="24133" y="0"/>
                  </a:moveTo>
                  <a:lnTo>
                    <a:pt x="4466966" y="0"/>
                  </a:lnTo>
                  <a:cubicBezTo>
                    <a:pt x="4480294" y="0"/>
                    <a:pt x="4491099" y="10805"/>
                    <a:pt x="4491099" y="24133"/>
                  </a:cubicBezTo>
                  <a:lnTo>
                    <a:pt x="4491099" y="460913"/>
                  </a:lnTo>
                  <a:cubicBezTo>
                    <a:pt x="4491099" y="474241"/>
                    <a:pt x="4480294" y="485046"/>
                    <a:pt x="4466966" y="485046"/>
                  </a:cubicBezTo>
                  <a:lnTo>
                    <a:pt x="24133" y="485046"/>
                  </a:lnTo>
                  <a:cubicBezTo>
                    <a:pt x="10805" y="485046"/>
                    <a:pt x="0" y="474241"/>
                    <a:pt x="0" y="460913"/>
                  </a:cubicBezTo>
                  <a:lnTo>
                    <a:pt x="0" y="24133"/>
                  </a:lnTo>
                  <a:cubicBezTo>
                    <a:pt x="0" y="10805"/>
                    <a:pt x="10805" y="0"/>
                    <a:pt x="24133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91099" cy="523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756277" y="868164"/>
            <a:ext cx="9324975" cy="87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Daromadga chiqish rejasi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600125"/>
            <a:ext cx="6931279" cy="3462467"/>
            <a:chOff x="0" y="0"/>
            <a:chExt cx="1902635" cy="9504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2634" cy="950446"/>
            </a:xfrm>
            <a:custGeom>
              <a:avLst/>
              <a:gdLst/>
              <a:ahLst/>
              <a:cxnLst/>
              <a:rect r="r" b="b" t="t" l="l"/>
              <a:pathLst>
                <a:path h="950446" w="1902634">
                  <a:moveTo>
                    <a:pt x="56965" y="0"/>
                  </a:moveTo>
                  <a:lnTo>
                    <a:pt x="1845670" y="0"/>
                  </a:lnTo>
                  <a:cubicBezTo>
                    <a:pt x="1860778" y="0"/>
                    <a:pt x="1875267" y="6002"/>
                    <a:pt x="1885950" y="16685"/>
                  </a:cubicBezTo>
                  <a:cubicBezTo>
                    <a:pt x="1896633" y="27368"/>
                    <a:pt x="1902634" y="41857"/>
                    <a:pt x="1902634" y="56965"/>
                  </a:cubicBezTo>
                  <a:lnTo>
                    <a:pt x="1902634" y="893482"/>
                  </a:lnTo>
                  <a:cubicBezTo>
                    <a:pt x="1902634" y="908590"/>
                    <a:pt x="1896633" y="923079"/>
                    <a:pt x="1885950" y="933762"/>
                  </a:cubicBezTo>
                  <a:cubicBezTo>
                    <a:pt x="1875267" y="944445"/>
                    <a:pt x="1860778" y="950446"/>
                    <a:pt x="1845670" y="950446"/>
                  </a:cubicBezTo>
                  <a:lnTo>
                    <a:pt x="56965" y="950446"/>
                  </a:lnTo>
                  <a:cubicBezTo>
                    <a:pt x="41857" y="950446"/>
                    <a:pt x="27368" y="944445"/>
                    <a:pt x="16685" y="933762"/>
                  </a:cubicBezTo>
                  <a:cubicBezTo>
                    <a:pt x="6002" y="923079"/>
                    <a:pt x="0" y="908590"/>
                    <a:pt x="0" y="893482"/>
                  </a:cubicBezTo>
                  <a:lnTo>
                    <a:pt x="0" y="56965"/>
                  </a:lnTo>
                  <a:cubicBezTo>
                    <a:pt x="0" y="41857"/>
                    <a:pt x="6002" y="27368"/>
                    <a:pt x="16685" y="16685"/>
                  </a:cubicBezTo>
                  <a:cubicBezTo>
                    <a:pt x="27368" y="6002"/>
                    <a:pt x="41857" y="0"/>
                    <a:pt x="56965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02635" cy="988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26629" y="2595491"/>
            <a:ext cx="9586913" cy="7291517"/>
            <a:chOff x="0" y="0"/>
            <a:chExt cx="2631605" cy="200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31605" cy="2001519"/>
            </a:xfrm>
            <a:custGeom>
              <a:avLst/>
              <a:gdLst/>
              <a:ahLst/>
              <a:cxnLst/>
              <a:rect r="r" b="b" t="t" l="l"/>
              <a:pathLst>
                <a:path h="2001519" w="2631605">
                  <a:moveTo>
                    <a:pt x="41185" y="0"/>
                  </a:moveTo>
                  <a:lnTo>
                    <a:pt x="2590420" y="0"/>
                  </a:lnTo>
                  <a:cubicBezTo>
                    <a:pt x="2601343" y="0"/>
                    <a:pt x="2611818" y="4339"/>
                    <a:pt x="2619542" y="12063"/>
                  </a:cubicBezTo>
                  <a:cubicBezTo>
                    <a:pt x="2627266" y="19787"/>
                    <a:pt x="2631605" y="30262"/>
                    <a:pt x="2631605" y="41185"/>
                  </a:cubicBezTo>
                  <a:lnTo>
                    <a:pt x="2631605" y="1960334"/>
                  </a:lnTo>
                  <a:cubicBezTo>
                    <a:pt x="2631605" y="1971257"/>
                    <a:pt x="2627266" y="1981733"/>
                    <a:pt x="2619542" y="1989457"/>
                  </a:cubicBezTo>
                  <a:cubicBezTo>
                    <a:pt x="2611818" y="1997180"/>
                    <a:pt x="2601343" y="2001519"/>
                    <a:pt x="2590420" y="2001519"/>
                  </a:cubicBezTo>
                  <a:lnTo>
                    <a:pt x="41185" y="2001519"/>
                  </a:lnTo>
                  <a:cubicBezTo>
                    <a:pt x="30262" y="2001519"/>
                    <a:pt x="19787" y="1997180"/>
                    <a:pt x="12063" y="1989457"/>
                  </a:cubicBezTo>
                  <a:cubicBezTo>
                    <a:pt x="4339" y="1981733"/>
                    <a:pt x="0" y="1971257"/>
                    <a:pt x="0" y="1960334"/>
                  </a:cubicBezTo>
                  <a:lnTo>
                    <a:pt x="0" y="41185"/>
                  </a:lnTo>
                  <a:cubicBezTo>
                    <a:pt x="0" y="30262"/>
                    <a:pt x="4339" y="19787"/>
                    <a:pt x="12063" y="12063"/>
                  </a:cubicBezTo>
                  <a:cubicBezTo>
                    <a:pt x="19787" y="4339"/>
                    <a:pt x="30262" y="0"/>
                    <a:pt x="411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31605" cy="2039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8250" y="2871716"/>
            <a:ext cx="6931279" cy="277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</a:t>
            </a:r>
            <a:r>
              <a:rPr lang="en-US" sz="3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reak-even</a:t>
            </a:r>
          </a:p>
          <a:p>
            <a:pPr algn="l" marL="690877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Xarajat: 6.5 mln / oy</a:t>
            </a:r>
          </a:p>
          <a:p>
            <a:pPr algn="l" marL="690877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O‘rtacha tarif: ~70 000 so‘m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👉 90–100 to‘lovchi user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895350" y="6424541"/>
            <a:ext cx="6931279" cy="3462467"/>
            <a:chOff x="0" y="0"/>
            <a:chExt cx="1902635" cy="9504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2634" cy="950446"/>
            </a:xfrm>
            <a:custGeom>
              <a:avLst/>
              <a:gdLst/>
              <a:ahLst/>
              <a:cxnLst/>
              <a:rect r="r" b="b" t="t" l="l"/>
              <a:pathLst>
                <a:path h="950446" w="1902634">
                  <a:moveTo>
                    <a:pt x="56965" y="0"/>
                  </a:moveTo>
                  <a:lnTo>
                    <a:pt x="1845670" y="0"/>
                  </a:lnTo>
                  <a:cubicBezTo>
                    <a:pt x="1860778" y="0"/>
                    <a:pt x="1875267" y="6002"/>
                    <a:pt x="1885950" y="16685"/>
                  </a:cubicBezTo>
                  <a:cubicBezTo>
                    <a:pt x="1896633" y="27368"/>
                    <a:pt x="1902634" y="41857"/>
                    <a:pt x="1902634" y="56965"/>
                  </a:cubicBezTo>
                  <a:lnTo>
                    <a:pt x="1902634" y="893482"/>
                  </a:lnTo>
                  <a:cubicBezTo>
                    <a:pt x="1902634" y="908590"/>
                    <a:pt x="1896633" y="923079"/>
                    <a:pt x="1885950" y="933762"/>
                  </a:cubicBezTo>
                  <a:cubicBezTo>
                    <a:pt x="1875267" y="944445"/>
                    <a:pt x="1860778" y="950446"/>
                    <a:pt x="1845670" y="950446"/>
                  </a:cubicBezTo>
                  <a:lnTo>
                    <a:pt x="56965" y="950446"/>
                  </a:lnTo>
                  <a:cubicBezTo>
                    <a:pt x="41857" y="950446"/>
                    <a:pt x="27368" y="944445"/>
                    <a:pt x="16685" y="933762"/>
                  </a:cubicBezTo>
                  <a:cubicBezTo>
                    <a:pt x="6002" y="923079"/>
                    <a:pt x="0" y="908590"/>
                    <a:pt x="0" y="893482"/>
                  </a:cubicBezTo>
                  <a:lnTo>
                    <a:pt x="0" y="56965"/>
                  </a:lnTo>
                  <a:cubicBezTo>
                    <a:pt x="0" y="41857"/>
                    <a:pt x="6002" y="27368"/>
                    <a:pt x="16685" y="16685"/>
                  </a:cubicBezTo>
                  <a:cubicBezTo>
                    <a:pt x="27368" y="6002"/>
                    <a:pt x="41857" y="0"/>
                    <a:pt x="56965" y="0"/>
                  </a:cubicBezTo>
                  <a:close/>
                </a:path>
              </a:pathLst>
            </a:custGeom>
            <a:solidFill>
              <a:srgbClr val="1C2E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02635" cy="988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90638" y="6872216"/>
            <a:ext cx="6931279" cy="221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Umumiy </a:t>
            </a:r>
            <a:r>
              <a:rPr lang="en-US" sz="3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</a:t>
            </a:r>
          </a:p>
          <a:p>
            <a:pPr algn="l" marL="690877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Konversiya: ~5%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👉 1800–2000 user kerak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509854" y="1189964"/>
            <a:ext cx="10635760" cy="10102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DAHFmPmfTMw</dc:identifier>
  <dcterms:modified xsi:type="dcterms:W3CDTF">2011-08-01T06:04:30Z</dcterms:modified>
  <cp:revision>1</cp:revision>
  <dc:title>Orange White Modern Pitch Deck Presentation</dc:title>
</cp:coreProperties>
</file>